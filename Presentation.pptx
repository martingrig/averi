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5646" autoAdjust="0"/>
  </p:normalViewPr>
  <p:slideViewPr>
    <p:cSldViewPr snapToGrid="0">
      <p:cViewPr varScale="1">
        <p:scale>
          <a:sx n="109" d="100"/>
          <a:sy n="109" d="100"/>
        </p:scale>
        <p:origin x="1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61C4D-B0B3-4659-BD36-E672C5714509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FF1DF-F51A-416D-A199-F55D4E4672F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91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FF1DF-F51A-416D-A199-F55D4E4672F4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453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2FF1DF-F51A-416D-A199-F55D4E4672F4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62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52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828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02383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506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06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7534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13410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78091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9006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02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2099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0464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6729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3564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LID4096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68142B4-7298-43D0-A9D3-D5CA59C3F615}" type="datetimeFigureOut">
              <a:rPr lang="LID4096" smtClean="0"/>
              <a:t>11/6/19</a:t>
            </a:fld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114AFC9-D363-47AC-8B40-6F453E1B80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6364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7D7A-92DC-448C-81C3-1B72CC8E1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Duo application</a:t>
            </a:r>
            <a:br>
              <a:rPr lang="en-US" sz="4000" dirty="0"/>
            </a:br>
            <a:endParaRPr lang="LID4096" sz="4000" dirty="0"/>
          </a:p>
        </p:txBody>
      </p:sp>
      <p:pic>
        <p:nvPicPr>
          <p:cNvPr id="1034" name="Picture 10" descr="https://scontent-ams4-1.xx.fbcdn.net/v/t1.15752-9/s2048x2048/61873291_368321040461959_4322615550967545856_n.jpg?_nc_cat=107&amp;_nc_ht=scontent-ams4-1.xx&amp;oh=00a400229feb0718881672a5c9a9aa67&amp;oe=5D94752C">
            <a:extLst>
              <a:ext uri="{FF2B5EF4-FFF2-40B4-BE49-F238E27FC236}">
                <a16:creationId xmlns:a16="http://schemas.microsoft.com/office/drawing/2014/main" id="{D7200B7B-6B99-4EDA-8D9D-D64A27FA8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793" y="131699"/>
            <a:ext cx="2525140" cy="2525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ubtitle 2">
            <a:extLst>
              <a:ext uri="{FF2B5EF4-FFF2-40B4-BE49-F238E27FC236}">
                <a16:creationId xmlns:a16="http://schemas.microsoft.com/office/drawing/2014/main" id="{CF13B4F2-5519-4023-A003-ED7438EAC81D}"/>
              </a:ext>
            </a:extLst>
          </p:cNvPr>
          <p:cNvSpPr txBox="1">
            <a:spLocks/>
          </p:cNvSpPr>
          <p:nvPr/>
        </p:nvSpPr>
        <p:spPr>
          <a:xfrm>
            <a:off x="3482794" y="2656839"/>
            <a:ext cx="2189202" cy="10352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Dimitar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Ivanov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93CB5F5-5ECC-4FBF-9698-8E3445B56A29}"/>
              </a:ext>
            </a:extLst>
          </p:cNvPr>
          <p:cNvSpPr txBox="1">
            <a:spLocks/>
          </p:cNvSpPr>
          <p:nvPr/>
        </p:nvSpPr>
        <p:spPr>
          <a:xfrm>
            <a:off x="8022021" y="5181600"/>
            <a:ext cx="3852041" cy="13976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“Averi”</a:t>
            </a:r>
          </a:p>
          <a:p>
            <a:br>
              <a:rPr lang="en-US" sz="4000" dirty="0"/>
            </a:br>
            <a:endParaRPr lang="LID4096" sz="4000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CC76E58-E7AF-40C6-BE5D-3A170EFE7D8F}"/>
              </a:ext>
            </a:extLst>
          </p:cNvPr>
          <p:cNvSpPr txBox="1">
            <a:spLocks/>
          </p:cNvSpPr>
          <p:nvPr/>
        </p:nvSpPr>
        <p:spPr>
          <a:xfrm>
            <a:off x="5124294" y="6028994"/>
            <a:ext cx="2189202" cy="878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Martin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Grigorov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E4790-28D1-6F4B-AEFB-0C03B9F34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294" y="3355270"/>
            <a:ext cx="2297920" cy="252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93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9A1F-F208-4C94-9C49-E3084906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2" y="164110"/>
            <a:ext cx="4204159" cy="1231447"/>
          </a:xfrm>
        </p:spPr>
        <p:txBody>
          <a:bodyPr>
            <a:normAutofit/>
          </a:bodyPr>
          <a:lstStyle/>
          <a:p>
            <a:r>
              <a:rPr lang="en-US" sz="3600" dirty="0"/>
              <a:t>Introduction about our project</a:t>
            </a:r>
            <a:endParaRPr lang="LID4096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C977B-A9D8-4F35-BD95-433BFF4A4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3298" y="3986560"/>
            <a:ext cx="3215269" cy="2397511"/>
          </a:xfrm>
          <a:prstGeom prst="round2Diag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Key values:</a:t>
            </a:r>
          </a:p>
          <a:p>
            <a:r>
              <a:rPr lang="en-US" sz="2000" dirty="0"/>
              <a:t>Usability</a:t>
            </a:r>
          </a:p>
          <a:p>
            <a:r>
              <a:rPr lang="en-US" sz="2000" dirty="0"/>
              <a:t>UX</a:t>
            </a:r>
            <a:endParaRPr lang="en-US" sz="1800" dirty="0"/>
          </a:p>
          <a:p>
            <a:r>
              <a:rPr lang="en-US" sz="2000" dirty="0"/>
              <a:t>Plan for the future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88B376-A832-4ED6-831D-35D4D9B02FF1}"/>
              </a:ext>
            </a:extLst>
          </p:cNvPr>
          <p:cNvSpPr txBox="1">
            <a:spLocks/>
          </p:cNvSpPr>
          <p:nvPr/>
        </p:nvSpPr>
        <p:spPr>
          <a:xfrm>
            <a:off x="2979883" y="1774371"/>
            <a:ext cx="2189505" cy="18051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778BD9-C45A-4EE3-ACBA-05C22FC1CCA2}"/>
              </a:ext>
            </a:extLst>
          </p:cNvPr>
          <p:cNvSpPr txBox="1">
            <a:spLocks/>
          </p:cNvSpPr>
          <p:nvPr/>
        </p:nvSpPr>
        <p:spPr>
          <a:xfrm>
            <a:off x="589160" y="2159232"/>
            <a:ext cx="4580228" cy="1035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Application for student parties:</a:t>
            </a:r>
          </a:p>
          <a:p>
            <a:endParaRPr lang="en-US" sz="19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D109204-A908-4F5D-B8EC-984636FA6DA0}"/>
              </a:ext>
            </a:extLst>
          </p:cNvPr>
          <p:cNvSpPr txBox="1">
            <a:spLocks/>
          </p:cNvSpPr>
          <p:nvPr/>
        </p:nvSpPr>
        <p:spPr>
          <a:xfrm>
            <a:off x="589160" y="2711361"/>
            <a:ext cx="3391825" cy="24739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Creating parties</a:t>
            </a:r>
          </a:p>
          <a:p>
            <a:r>
              <a:rPr lang="en-US" sz="2000" dirty="0"/>
              <a:t>Joining parties</a:t>
            </a:r>
          </a:p>
          <a:p>
            <a:r>
              <a:rPr lang="en-US" sz="2000" dirty="0"/>
              <a:t>Meeting new people</a:t>
            </a:r>
          </a:p>
          <a:p>
            <a:r>
              <a:rPr lang="en-US" sz="2000" dirty="0"/>
              <a:t>Having good time</a:t>
            </a:r>
          </a:p>
          <a:p>
            <a:r>
              <a:rPr lang="en-US" sz="2000" dirty="0"/>
              <a:t>Organizing with ease</a:t>
            </a:r>
          </a:p>
          <a:p>
            <a:endParaRPr lang="en-US" sz="24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A28C7E0-0A2C-4E0A-B450-5D90C5519939}"/>
              </a:ext>
            </a:extLst>
          </p:cNvPr>
          <p:cNvSpPr txBox="1">
            <a:spLocks/>
          </p:cNvSpPr>
          <p:nvPr/>
        </p:nvSpPr>
        <p:spPr>
          <a:xfrm>
            <a:off x="7999943" y="928043"/>
            <a:ext cx="3215268" cy="2266634"/>
          </a:xfrm>
          <a:prstGeom prst="round2Diag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Steps:</a:t>
            </a:r>
          </a:p>
          <a:p>
            <a:r>
              <a:rPr lang="en-US" sz="2000" dirty="0"/>
              <a:t>Understanding the problem that is fixing</a:t>
            </a:r>
            <a:endParaRPr lang="en-US" sz="1800" dirty="0"/>
          </a:p>
          <a:p>
            <a:r>
              <a:rPr lang="en-US" sz="2000" dirty="0"/>
              <a:t>Trying different designs and techniques</a:t>
            </a:r>
          </a:p>
          <a:p>
            <a:r>
              <a:rPr lang="en-US" sz="2000" dirty="0"/>
              <a:t>Testing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9229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4CD7F35-737D-4BA4-A876-05438DEAFFD3}"/>
              </a:ext>
            </a:extLst>
          </p:cNvPr>
          <p:cNvSpPr txBox="1">
            <a:spLocks/>
          </p:cNvSpPr>
          <p:nvPr/>
        </p:nvSpPr>
        <p:spPr>
          <a:xfrm>
            <a:off x="3726309" y="290513"/>
            <a:ext cx="4739381" cy="623286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Party</a:t>
            </a:r>
            <a:endParaRPr lang="en-US" sz="3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84584AB-9077-4129-AE13-652E83EBEEC8}"/>
              </a:ext>
            </a:extLst>
          </p:cNvPr>
          <p:cNvSpPr txBox="1">
            <a:spLocks/>
          </p:cNvSpPr>
          <p:nvPr/>
        </p:nvSpPr>
        <p:spPr>
          <a:xfrm>
            <a:off x="483867" y="1453657"/>
            <a:ext cx="4739381" cy="623286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Creating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8E62C6-CFD6-4B03-A0DC-3560CF033F4B}"/>
              </a:ext>
            </a:extLst>
          </p:cNvPr>
          <p:cNvSpPr txBox="1">
            <a:spLocks/>
          </p:cNvSpPr>
          <p:nvPr/>
        </p:nvSpPr>
        <p:spPr>
          <a:xfrm>
            <a:off x="7033519" y="1453657"/>
            <a:ext cx="4739381" cy="623286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Joining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DEB8BB-0807-4716-B29E-CBBC0B2AD790}"/>
              </a:ext>
            </a:extLst>
          </p:cNvPr>
          <p:cNvCxnSpPr>
            <a:stCxn id="8" idx="2"/>
          </p:cNvCxnSpPr>
          <p:nvPr/>
        </p:nvCxnSpPr>
        <p:spPr>
          <a:xfrm flipH="1">
            <a:off x="4445876" y="913799"/>
            <a:ext cx="1650124" cy="532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90B874-3E84-46EE-9025-6B7247A636CD}"/>
              </a:ext>
            </a:extLst>
          </p:cNvPr>
          <p:cNvCxnSpPr>
            <a:cxnSpLocks/>
          </p:cNvCxnSpPr>
          <p:nvPr/>
        </p:nvCxnSpPr>
        <p:spPr>
          <a:xfrm>
            <a:off x="6180083" y="913799"/>
            <a:ext cx="1608083" cy="532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A7169E7-C052-4915-AC10-F54468429E2B}"/>
              </a:ext>
            </a:extLst>
          </p:cNvPr>
          <p:cNvSpPr txBox="1">
            <a:spLocks/>
          </p:cNvSpPr>
          <p:nvPr/>
        </p:nvSpPr>
        <p:spPr>
          <a:xfrm>
            <a:off x="483867" y="2305157"/>
            <a:ext cx="4674615" cy="3099185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t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Choosing a banner, name, date, time and bio for the party</a:t>
            </a:r>
          </a:p>
          <a:p>
            <a:r>
              <a:rPr lang="en-US" sz="2000" dirty="0"/>
              <a:t>You choose if you want to have an entry limit or entry cost</a:t>
            </a:r>
          </a:p>
          <a:p>
            <a:r>
              <a:rPr lang="en-US" sz="2000" dirty="0"/>
              <a:t>Choose on the map where the party will be or search for the exact place</a:t>
            </a:r>
          </a:p>
          <a:p>
            <a:r>
              <a:rPr lang="en-US" sz="2000" dirty="0"/>
              <a:t>Adding the party to your calendar</a:t>
            </a:r>
          </a:p>
          <a:p>
            <a:r>
              <a:rPr lang="en-US" sz="2000" dirty="0"/>
              <a:t>See who joins your party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6C3EC08-B618-4971-9BD9-C19738022A6F}"/>
              </a:ext>
            </a:extLst>
          </p:cNvPr>
          <p:cNvSpPr txBox="1">
            <a:spLocks/>
          </p:cNvSpPr>
          <p:nvPr/>
        </p:nvSpPr>
        <p:spPr>
          <a:xfrm>
            <a:off x="7033519" y="2372701"/>
            <a:ext cx="4739381" cy="2876442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App shows only parties near you</a:t>
            </a:r>
          </a:p>
          <a:p>
            <a:r>
              <a:rPr lang="en-US" sz="2000" dirty="0"/>
              <a:t>You can’t see the location until you join the party</a:t>
            </a:r>
          </a:p>
          <a:p>
            <a:r>
              <a:rPr lang="en-US" sz="2000" dirty="0"/>
              <a:t>After joining, the party is added in your calendar and you know the location of it</a:t>
            </a:r>
          </a:p>
          <a:p>
            <a:r>
              <a:rPr lang="en-US" sz="2000" dirty="0"/>
              <a:t>You can see who is going to that party</a:t>
            </a:r>
          </a:p>
        </p:txBody>
      </p:sp>
    </p:spTree>
    <p:extLst>
      <p:ext uri="{BB962C8B-B14F-4D97-AF65-F5344CB8AC3E}">
        <p14:creationId xmlns:p14="http://schemas.microsoft.com/office/powerpoint/2010/main" val="3715025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151F54-9C53-4994-9EE0-CA5EB203AE0A}"/>
              </a:ext>
            </a:extLst>
          </p:cNvPr>
          <p:cNvSpPr txBox="1">
            <a:spLocks/>
          </p:cNvSpPr>
          <p:nvPr/>
        </p:nvSpPr>
        <p:spPr>
          <a:xfrm>
            <a:off x="3868198" y="217655"/>
            <a:ext cx="4739381" cy="623286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Why our application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F3BBD1A-D0F5-4092-B9B2-C95DFE29D0E9}"/>
              </a:ext>
            </a:extLst>
          </p:cNvPr>
          <p:cNvSpPr txBox="1">
            <a:spLocks/>
          </p:cNvSpPr>
          <p:nvPr/>
        </p:nvSpPr>
        <p:spPr>
          <a:xfrm>
            <a:off x="326407" y="1204332"/>
            <a:ext cx="7756048" cy="5196467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dirty="0"/>
              <a:t>One application used by all students who party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Tested to be as efficient and user-friendly as possible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dirty="0"/>
              <a:t>Intuitively understandable interface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dirty="0"/>
              <a:t>Making new friends is not hard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dirty="0"/>
              <a:t>Makes organization look easy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dirty="0"/>
              <a:t>Very expandable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2400" dirty="0"/>
              <a:t>Designed to continue developing in the future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784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BFDB55-D49B-4817-A369-B1DB4847AF38}"/>
              </a:ext>
            </a:extLst>
          </p:cNvPr>
          <p:cNvSpPr txBox="1">
            <a:spLocks/>
          </p:cNvSpPr>
          <p:nvPr/>
        </p:nvSpPr>
        <p:spPr>
          <a:xfrm>
            <a:off x="520456" y="437333"/>
            <a:ext cx="5670136" cy="707255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Personal impression: Martin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264BF3-0F84-41DB-B18C-0CAAC46BD9C0}"/>
              </a:ext>
            </a:extLst>
          </p:cNvPr>
          <p:cNvSpPr txBox="1">
            <a:spLocks/>
          </p:cNvSpPr>
          <p:nvPr/>
        </p:nvSpPr>
        <p:spPr>
          <a:xfrm>
            <a:off x="361577" y="1675695"/>
            <a:ext cx="6899583" cy="3716920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Overall good experience with first iOS project</a:t>
            </a:r>
          </a:p>
          <a:p>
            <a:r>
              <a:rPr lang="en-US" dirty="0"/>
              <a:t>Our team experienced some difficulties with decision making</a:t>
            </a:r>
          </a:p>
          <a:p>
            <a:r>
              <a:rPr lang="en-US" dirty="0"/>
              <a:t>Great experience with Apple environment</a:t>
            </a:r>
          </a:p>
          <a:p>
            <a:r>
              <a:rPr lang="en-US" dirty="0"/>
              <a:t>Looking forward for future projects</a:t>
            </a:r>
          </a:p>
        </p:txBody>
      </p:sp>
    </p:spTree>
    <p:extLst>
      <p:ext uri="{BB962C8B-B14F-4D97-AF65-F5344CB8AC3E}">
        <p14:creationId xmlns:p14="http://schemas.microsoft.com/office/powerpoint/2010/main" val="220821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BFDB55-D49B-4817-A369-B1DB4847AF38}"/>
              </a:ext>
            </a:extLst>
          </p:cNvPr>
          <p:cNvSpPr txBox="1">
            <a:spLocks/>
          </p:cNvSpPr>
          <p:nvPr/>
        </p:nvSpPr>
        <p:spPr>
          <a:xfrm>
            <a:off x="520456" y="437333"/>
            <a:ext cx="5670136" cy="707255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Personal impression: </a:t>
            </a:r>
            <a:r>
              <a:rPr lang="en-US" sz="3200" dirty="0" err="1"/>
              <a:t>Dimitar</a:t>
            </a:r>
            <a:endParaRPr lang="en-US" sz="32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B2A7C0-9E6E-415E-BD97-5D51E0373ECF}"/>
              </a:ext>
            </a:extLst>
          </p:cNvPr>
          <p:cNvSpPr txBox="1">
            <a:spLocks/>
          </p:cNvSpPr>
          <p:nvPr/>
        </p:nvSpPr>
        <p:spPr>
          <a:xfrm>
            <a:off x="326407" y="1581911"/>
            <a:ext cx="6899583" cy="3090450"/>
          </a:xfrm>
          <a:prstGeom prst="roundRect">
            <a:avLst/>
          </a:prstGeom>
          <a:solidFill>
            <a:schemeClr val="bg1">
              <a:alpha val="93000"/>
            </a:schemeClr>
          </a:solidFill>
          <a:effectLst>
            <a:outerShdw dist="50800" algn="ctr" rotWithShape="0">
              <a:srgbClr val="000000">
                <a:alpha val="43137"/>
              </a:srgbClr>
            </a:outerShdw>
            <a:softEdge rad="0"/>
          </a:effectLst>
        </p:spPr>
        <p:txBody>
          <a:bodyPr vert="horz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Good first try in IOS projects</a:t>
            </a:r>
          </a:p>
          <a:p>
            <a:r>
              <a:rPr lang="en-US" dirty="0"/>
              <a:t>It was like creating a real app</a:t>
            </a:r>
          </a:p>
          <a:p>
            <a:r>
              <a:rPr lang="en-US" dirty="0"/>
              <a:t>Looking positive for future projects</a:t>
            </a:r>
          </a:p>
          <a:p>
            <a:r>
              <a:rPr lang="en-US" dirty="0"/>
              <a:t>Had difficulties but never stopped trying</a:t>
            </a:r>
          </a:p>
        </p:txBody>
      </p:sp>
    </p:spTree>
    <p:extLst>
      <p:ext uri="{BB962C8B-B14F-4D97-AF65-F5344CB8AC3E}">
        <p14:creationId xmlns:p14="http://schemas.microsoft.com/office/powerpoint/2010/main" val="1041700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{E7ACE4B7-7931-5C43-96E9-5972805AC924}tf10001121</Template>
  <TotalTime>51</TotalTime>
  <Words>255</Words>
  <Application>Microsoft Macintosh PowerPoint</Application>
  <PresentationFormat>Widescreen</PresentationFormat>
  <Paragraphs>52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2</vt:lpstr>
      <vt:lpstr>Quotable</vt:lpstr>
      <vt:lpstr>Duo application </vt:lpstr>
      <vt:lpstr>Introduction about our project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Мария Принц</dc:creator>
  <cp:lastModifiedBy>Bădinescu,Marius-Cătălin M.C.</cp:lastModifiedBy>
  <cp:revision>216</cp:revision>
  <dcterms:created xsi:type="dcterms:W3CDTF">2019-06-04T12:09:18Z</dcterms:created>
  <dcterms:modified xsi:type="dcterms:W3CDTF">2019-11-06T18:42:20Z</dcterms:modified>
</cp:coreProperties>
</file>